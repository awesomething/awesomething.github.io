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How to Setup n8n Self Hosting </a:t>
            </a:r>
            <a:b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0000"/>
          </a:bodyPr>
          <a:lstStyle/>
          <a:p>
            <a:r>
              <a:t>Step-by-step setup guide using Docker and LocalTunnel</a:t>
            </a:r>
          </a:p>
          <a:p>
            <a:r>
              <a:rPr lang="en-US" altLang="en-US" sz="2335"/>
              <a:t>https://www.scribd.com/document/864201463/How-to-Setup-n8n-Self-Hosting-By-Waseem#:~:text=This%20document%20provides%20a%20step,accessing%20n8n%20remotely%20using%20LocalTunnel </a:t>
            </a:r>
            <a:endParaRPr lang="en-US" altLang="en-US" sz="2335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Install 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Download Docker Desktop from https://www.docker.com/products/docker-desktop/</a:t>
            </a:r>
          </a:p>
          <a:p>
            <a:r>
              <a:t>- Install and run Docker Desktop on your system</a:t>
            </a:r>
          </a:p>
          <a:p>
            <a:r>
              <a:t>- Docker acts as the engine that powers n8n</a:t>
            </a:r>
          </a:p>
          <a:p>
            <a:r>
              <a:t>- Verify installation: run `docker --version` in terminal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Pull n8n Docker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Open Command Prompt/PowerShell</a:t>
            </a:r>
          </a:p>
          <a:p>
            <a:r>
              <a:t>- Run the command: `docker pull n8nio/n8n`</a:t>
            </a:r>
          </a:p>
          <a:p>
            <a:r>
              <a:t>- This downloads the official n8n image</a:t>
            </a:r>
          </a:p>
          <a:p>
            <a:r>
              <a:t>- Think of Docker as hardware, the image as a pre-installed CD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Run n8n with 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Example command:</a:t>
            </a:r>
          </a:p>
          <a:p>
            <a:r>
              <a:t>  docker run -d --name n8n -p 5678:5678   -v</a:t>
            </a:r>
            <a:r>
              <a:rPr lang="en-US"/>
              <a:t> </a:t>
            </a:r>
            <a:r>
              <a:t>"D:/AI Automation/AI-Workflows-LocalHosted:/home/node/.n8n" -e N8N_RUNNERS_ENABLED=true n8nio/n8n</a:t>
            </a:r>
          </a:p>
          <a:p/>
          <a:p>
            <a:r>
              <a:t>- Replace path with your desired directory</a:t>
            </a:r>
          </a:p>
          <a:p>
            <a:r>
              <a:t>- Access n8n at http://localhost:5678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Setup User Credentials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Once n8n starts, open browser to http://localhost:5678</a:t>
            </a:r>
          </a:p>
          <a:p>
            <a:r>
              <a:t>- Create your first user account</a:t>
            </a:r>
          </a:p>
          <a:p>
            <a:r>
              <a:t>- Complete optional survey</a:t>
            </a:r>
          </a:p>
          <a:p>
            <a:r>
              <a:t>- You now have access to n8n editor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If site unreachable: check firewall or network permissions</a:t>
            </a:r>
          </a:p>
          <a:p>
            <a:r>
              <a:t>- Remove container:</a:t>
            </a:r>
          </a:p>
          <a:p>
            <a:r>
              <a:t>  docker stop n8n</a:t>
            </a:r>
          </a:p>
          <a:p>
            <a:r>
              <a:t>  docker rm n8n</a:t>
            </a:r>
          </a:p>
          <a:p>
            <a:r>
              <a:t>- Rerun docker command with proper permissions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Expose n8n with LocalTunnel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Install Node.js from https://nodejs.org (LTS version)</a:t>
            </a:r>
          </a:p>
          <a:p>
            <a:r>
              <a:t>- Install LocalTunnel: `npm install -g localtunnel`</a:t>
            </a:r>
          </a:p>
          <a:p>
            <a:r>
              <a:t>- Run LocalTunnel: `lt --port 5678`</a:t>
            </a:r>
          </a:p>
          <a:p>
            <a:r>
              <a:t>- You’ll get a public URL to access n8n remotely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1564</Words>
  <Application>WPS Presentation</Application>
  <PresentationFormat>On-screen Show (4:3)</PresentationFormat>
  <Paragraphs>49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How to Setup n8n Self Hosting (by Waseem)</vt:lpstr>
      <vt:lpstr>Step 1: Install Docker</vt:lpstr>
      <vt:lpstr>Step 2: Pull n8n Docker Image</vt:lpstr>
      <vt:lpstr>Step 3: Run n8n with Docker</vt:lpstr>
      <vt:lpstr>Step 4: Setup User Credentials</vt:lpstr>
      <vt:lpstr>Step 5: Troubleshooting</vt:lpstr>
      <vt:lpstr>Step 6: Expose n8n with LocalTunnel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Awesome Ebomah</cp:lastModifiedBy>
  <cp:revision>2</cp:revision>
  <dcterms:created xsi:type="dcterms:W3CDTF">2013-01-27T09:14:00Z</dcterms:created>
  <dcterms:modified xsi:type="dcterms:W3CDTF">2025-09-21T03:43:08Z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3C8A1D05201C4BF286FE2F9F058AEE4E_12</vt:lpwstr>
  </property>
  <property fmtid="{D5CDD505-2E9C-101B-9397-08002B2CF9AE}" pid="3" name="KSOProductBuildVer">
    <vt:lpwstr>1033-12.2.0.22549</vt:lpwstr>
  </property>
</Properties>
</file>